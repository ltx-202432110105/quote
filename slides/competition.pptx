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1380" y="11099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10972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43000" y="1417320"/>
            <a:ext cx="1828800" cy="475488"/>
          </a:xfrm>
          <a:prstGeom prst="roundRect">
            <a:avLst/>
          </a:prstGeom>
          <a:solidFill>
            <a:srgbClr val="E8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F6FED"/>
                </a:solidFill>
                <a:latin typeface="Microsoft YaHei"/>
              </a:rPr>
              <a:t>A类赛道路演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2011680"/>
            <a:ext cx="7498079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11827"/>
                </a:solidFill>
                <a:latin typeface="Microsoft YaHei"/>
              </a:rPr>
              <a:t>CareerPlanner — 基于 AI 的职业规划智能系统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84048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用 AI 连接学生能力与岗位要求，让每个学生都有专属的数据驱动型职业导师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42300" y="18415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0" y="18288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FBFC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Microsoft YaHei"/>
              </a:rPr>
              <a:t>队伍</a:t>
            </a:r>
            <a:br/>
            <a:r>
              <a:t>我们叫什么名字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</a:t>
            </a:r>
            <a:br/>
            <a:r>
              <a:t>浙江师范大学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赛道</a:t>
            </a:r>
            <a:br/>
            <a:r>
              <a:t>A类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COVER / TECH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Arc 47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pic>
        <p:nvPicPr>
          <p:cNvPr id="50" name="Picture 49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1783080"/>
            <a:ext cx="731520" cy="731520"/>
          </a:xfrm>
          <a:prstGeom prst="rect">
            <a:avLst/>
          </a:prstGeom>
        </p:spPr>
      </p:pic>
      <p:pic>
        <p:nvPicPr>
          <p:cNvPr id="51" name="Picture 50" descr="my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2743200"/>
            <a:ext cx="731520" cy="731520"/>
          </a:xfrm>
          <a:prstGeom prst="rect">
            <a:avLst/>
          </a:prstGeom>
        </p:spPr>
      </p:pic>
      <p:pic>
        <p:nvPicPr>
          <p:cNvPr id="52" name="Picture 51" descr="red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0" y="2743200"/>
            <a:ext cx="731520" cy="731520"/>
          </a:xfrm>
          <a:prstGeom prst="rect">
            <a:avLst/>
          </a:prstGeom>
        </p:spPr>
      </p:pic>
      <p:pic>
        <p:nvPicPr>
          <p:cNvPr id="53" name="Picture 52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3977639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5660" y="1338580"/>
            <a:ext cx="7726679" cy="4846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1325880"/>
            <a:ext cx="7726679" cy="48463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AGENDA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rc 38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97280" y="1645920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27632" y="1792224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11680" y="161848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97280" y="2176272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27632" y="2322576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11680" y="2148840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97280" y="2706624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27632" y="2852928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1680" y="2679192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核心架构亮点 SSE 流式报告生成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97280" y="3236976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27632" y="3383280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11680" y="3209544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功能一 岗位画像构建（AI 驱动）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97280" y="3767328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27632" y="3913632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11680" y="3739896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功能二 职业图谱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97280" y="4297680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627632" y="4443984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11680" y="427024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功能三 学生画像构建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97280" y="4828031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27632" y="4974335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11680" y="4800599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功能四 人岗匹配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97280" y="5358383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27632" y="5504687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11680" y="5330951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总结与展望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痛点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现状描述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信息不对称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学生不了解目标岗位的真实技能要求与竞争力阈值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规划盲目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职业规划缺乏数据支撑，靠“感觉”选方向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资源稀缺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职业咨询师资源有限，无法覆盖每位学生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反馈滞后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传统简历评估周期长，学生无法快速迭代提升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自我认知缺位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学生不了解自身兴趣类型与岗位的匹配关系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GO-ZERO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rc 57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pic>
        <p:nvPicPr>
          <p:cNvPr id="60" name="Picture 59" descr="my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1783080"/>
            <a:ext cx="731520" cy="731520"/>
          </a:xfrm>
          <a:prstGeom prst="rect">
            <a:avLst/>
          </a:prstGeom>
        </p:spPr>
      </p:pic>
      <p:pic>
        <p:nvPicPr>
          <p:cNvPr id="61" name="Picture 60" descr="red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2743200"/>
            <a:ext cx="731520" cy="73152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霍兰德职业测评   →   职业兴趣画像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简历上传解析     →   学生能力画像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岗位画像生成     →   人岗智能匹配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职业图谱展示     →   职业规划报告（流式生成）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Arc 4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核心架构亮点 SSE 流式报告生成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设计点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实现方式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流式输出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GenerateCareerReportStream 返回 &lt;-chan string 内容通道 + &lt;-chan error 错误通道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SSE 推送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 http.ResponseWriter 手动写 data: 帧，w.(http.Flusher).Flush() 实时刷新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超时控制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Report 路由组设置 rest.WithTimeout(60s)，AI 客户端设置独立 Timeout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前端对接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自定义 fetchSSE(url, options, onMessage) 携带 Authorization Header（原生 EventSource 无法自定义 Header）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rc 5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功能一 岗位画像构建（AI 驱动）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输入：positionName + industry + rawData（可选）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构造 Prompt → 调用 DeepSeek API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AI 输出结构化岗位画像（JSON）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持久化写入 jobs 表（skills / softSkills / certificates / requirements 等字段）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功能二 职业图谱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路径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获取晋升路径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/api/v1/jobs/:id/promotion-path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获取换岗路径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/api/v1/jobs/:id/transfer-paths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获取相关岗位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/api/v1/jobs/:id/related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获取全路径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/api/v1/jobs/:id/all-paths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rc 5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功能三 学生画像构建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流程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简历上传（PDF/Word）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/api/v1/students/resume → 后端 file_parser.go 解析文件内容 → 构造 Prompt → DeepSeek 结构化提取 → 写入 students + resume_parse_history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手动填写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 → 直接写入结构化数据 → POST /api/v1/students/generate AI 补全推断能力评分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Arc 46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功能四 人岗匹配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学生画像（skills / softSkills / certificates / internship）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与岗位要求逐维度比对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四维度加权评分：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① skills_match      — 技能覆盖率（含 required 技能权重）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② certs_match       — 证书匹配度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③ soft_skills_match — 五维软技能差异换算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功能五 职业规划报告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字段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内容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overview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个人优势与竞争力概述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match_analysis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与目标岗位的 Gap 分析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career_path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短期 / 中期 / 长期发展路径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action_plan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具体行动建议（课程 / 证书 / 项目）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rc 5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功能五 职业规划报告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人岗匹配结果 + 学生画像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构造 Prompt（StudentProfile + Options）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DeepSeek API stream=true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报告写入 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学生在线查看 / 编辑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/api/v1/reports/polish（AI 润色）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AI 技术深度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功能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Prompt 策略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岗位画像生成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HR 分析师角色 + 结构化输出要求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简历解析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严格 JSON 格式约束 + education 枚举限制 + 禁止 Markdown 代码块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匹配分析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Student Profile + Job Profile 双输入 + 差距建议输出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报告生成（流式）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stream=true；逐行解析 SSE 帧；通过 channel 传递内容块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AI 润色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传入原始报告内容，输出专业化表达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Arc 55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AI 技术深度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type AIProvider interface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GenerateJobProfile(ctx context.Context, prompt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GenerateStudentProfile(ctx context.Context, resumeContent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MatchAnalysis(ctx context.Context, studentProfile, jobProfile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GenerateCareerReport(ctx context.Context, req ReportGenerationRequest)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GenerateCareerReportStream(ctx context.Context, req ReportGenerationRequest) (&lt;-chan string, &lt;-chan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数据安全与质量保障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措施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密码存储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golang.org/x/crypto/bcrypt 哈希，不存明文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认证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JWT（golang-jwt/jwt v5），Auth.AccessSecret + AccessExpire 配置化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授权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中间件校验 JWT，userId/role 注入上下文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数据隔离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核心逻辑基于当前登录用户读取画像与报告，避免越权访问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跨域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服务启用 CORS（go-zero rest.WithCors()）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" y="4745736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" y="478231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稳定性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7023" y="478231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路由级超时控制（match 30s / report 60s / interview 120s）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Arc 60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技术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框架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React 19 + TypeScript 5.9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构建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Vite 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组件库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Ant Design 6 + antd-mobile 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样式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Tailwind CSS 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状态管理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Zustand 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4984" y="4745736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4" y="478231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图表可视化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7023" y="478231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ECharts 6 + echarts-for-react + @ant-design/charts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Arc 6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go run /home/runner/work/Job-manner-review-system/Job-manner-review-system/career.go -f etc/career-api.yaml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总结与展望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模块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完成度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用户认证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职业图谱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学生管理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岗位管理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智能匹配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" y="4745736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" y="478231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7023" y="478231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Arc 60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感谢页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4220" y="13385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13258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21860" y="13385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09160" y="13258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CARD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GITHUB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rc 40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960120" y="1572768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Thank You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CareerPlanner — 让每个学生的职业规划，都有 AI 同行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4B5563"/>
                </a:solidFill>
                <a:latin typeface="Microsoft YaHei"/>
              </a:rPr>
              <a:t>• 感谢各位评委与观众的聆听与指导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1572768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项目仓库：github.com/swordreforge/Job-manner-review-system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其余 2 项已整合到现场讲解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CHAPTER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1380" y="22529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22402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SECTION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rc 43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2560320"/>
            <a:ext cx="7132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总结与展望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实现职业规划核心链路闭环</a:t>
            </a:r>
          </a:p>
        </p:txBody>
      </p:sp>
      <p:sp>
        <p:nvSpPr>
          <p:cNvPr id="47" name="Arc 46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CHAPTER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1380" y="22529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22402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SECTION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rc 43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2560320"/>
            <a:ext cx="7132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Q&amp;A / 感谢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期待专家指导与建议</a:t>
            </a:r>
          </a:p>
        </p:txBody>
      </p:sp>
      <p:sp>
        <p:nvSpPr>
          <p:cNvPr id="47" name="Arc 46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