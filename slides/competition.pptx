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1371600"/>
            <a:ext cx="1069848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3800" b="1">
                <a:solidFill>
                  <a:srgbClr val="111827"/>
                </a:solidFill>
                <a:latin typeface="Microsoft YaHei"/>
              </a:rPr>
              <a:t>CareerPlanner — 基于 AI 的职业规划智能系统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2743200"/>
            <a:ext cx="100584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000" b="0">
                <a:solidFill>
                  <a:srgbClr val="4B5563"/>
                </a:solidFill>
                <a:latin typeface="Microsoft YaHei"/>
              </a:rPr>
              <a:t>用 AI 连接学生能力与岗位要求，让每个学生都有专属的数据驱动型职业导师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22960" y="4297680"/>
            <a:ext cx="5486400" cy="1371600"/>
          </a:xfrm>
          <a:prstGeom prst="roundRect">
            <a:avLst/>
          </a:prstGeom>
          <a:solidFill>
            <a:srgbClr val="EEF3FF"/>
          </a:solidFill>
          <a:ln w="1270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111827"/>
                </a:solidFill>
                <a:latin typeface="Microsoft YaHei"/>
              </a:rPr>
              <a:t>队伍名称：我们叫什么名字</a:t>
            </a:r>
          </a:p>
          <a:p>
            <a:pPr/>
            <a:r>
              <a:rPr sz="1400" b="0">
                <a:solidFill>
                  <a:srgbClr val="4B5563"/>
                </a:solidFill>
                <a:latin typeface="Microsoft YaHei"/>
              </a:rPr>
              <a:t>所属学校：浙江师范大学</a:t>
            </a:r>
          </a:p>
          <a:p>
            <a:pPr/>
            <a:r>
              <a:rPr sz="1400" b="0">
                <a:solidFill>
                  <a:srgbClr val="4B5563"/>
                </a:solidFill>
                <a:latin typeface="Microsoft YaHei"/>
              </a:rPr>
              <a:t>参赛赛道：A类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封面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项目名称： CareerPlanner — 基于 AI 的职业规划智能系统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一句话定位： 用 AI 连接学生能力与岗位要求，让每个学生都有专属的数据驱动型职业导师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关键技术 logo： Go · go-zero · DeepSeek API · React 19 · MySQL · Redis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痛点分析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Why：为什么做这个系统？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痛点：现状描述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信息不对称：学生不了解目标岗位的真实技能要求与竞争力阈值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规划盲目：职业规划缺乏数据支撑，靠“感觉”选方向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资源稀缺：职业咨询师资源有限，无法覆盖每位学生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反馈滞后：传统简历评估周期长，学生无法快速迭代提升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自我认知缺位：学生不了解自身兴趣类型与岗位的匹配关系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结论： 学生需要一个 智能化、个性化、可量化 的职业规划系统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竞品对比与差异化优势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Why us：现有方案为何不够？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方案类型：代表产品 / 局限性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传统职业咨询：学校就业中心、付费生涯规划师 / 资源稀缺，覆盖面窄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招聘平台简历评估：Boss直聘、智联招聘 / 仅匹配关键词，缺乏规划建议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通用 AI 对话：ChatGPT、DeepSeek Chat / 缺乏岗位数据支撑，建议泛化不可信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单一测评工具：各类霍兰德测试网站 / 仅输出兴趣类型，无后续规划路径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CareerPlanner 差异化：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维度：本系统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解决方案总览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What：我们做了什么？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CareerPlanner 七大核心能力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霍兰德职业测评   →   职业兴趣画像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↓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简历上传解析     →   学生能力画像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岗位画像生成     →   人岗智能匹配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职业图谱展示     →   职业规划报告（流式生成）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面向学生：自我测评 → 简历解析 → 岗位匹配 → 图谱探索 → 报告生成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系统架构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How：系统怎么搭建的？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┌─────────────────────────────────────────┐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│   React 19 + TypeScript + Vite 8        │  ← 前端（:5173）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│   Ant Design · ECharts · Zustand         │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│   学生端 / 管理端                        │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└──────────────┬──────────────────────────┘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│ HTTP / SSE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┌──────────────▼──────────────────────────┐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6 页 — 核心架构亮点：SSE 流式报告生成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LLM 调用耗时长，流式架构保障用户体验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用户点击“生成报告”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POST /api/v1/reports/generate（同步生成）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或 GET /api/v1/reports/generate-stream（SSE 流式）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Go Handler 构造 Prompt（学生画像 + 选项）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调用 DeepSeek API（stream=true）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bufio.Reader 逐行读取 SSE data: 帧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实时向前端 SSE 推送 event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7 页 — 功能一：岗位画像构建（AI 驱动）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将岗位名称转化为结构化能力模型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API： `POST /api/v1/jobs/generate`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流程：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输入：positionName + industry + rawData（可选）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↓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构造 Prompt → 调用 DeepSeek API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AI 输出结构化岗位画像（JSON）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持久化写入 jobs 表（skills / softSkills / certificates / requirements 等字段）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8 页 — 功能二：职业图谱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可视化展示职业晋升路径与横向转型可能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数据表： `job_promotion_paths`（from_job_id, to_job_id, match_score, transfer_skills, learning_path）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API 模块（internal/handler/graph/）：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接口：路径 / 说明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获取晋升路径：`GET /api/v1/jobs/:id/promotion-path` / 纵向晋升链路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获取换岗路径：`GET /api/v1/jobs/:id/transfer-paths` / 横向转型可能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获取相关岗位：`GET /api/v1/jobs/:id/related` / 技能相似岗位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获取全路径：`GET /api/v1/jobs/:id/all-paths` / 晋升 + 转型合并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9 页 — 功能三：学生画像构建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多渠道录入 + AI 能力拆解，精准描述学生竞争力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两种录入方式：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方式：流程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简历上传（PDF/Word）：`POST /api/v1/students/resume` → 后端 `file_parser.go` 解析文件内容 → 构造 Prompt → DeepSeek 结构化提取 → 写入 `students` + `resume_parse_history`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手动填写：`POST /api/v1/students` → 直接写入结构化数据 → `POST /api/v1/students/generate` AI 补全推断能力评分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画像维度（students 表）：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字段：说明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skills (JSON)：技能列表（name / level / years）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10 页 — 功能四：人岗匹配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四维度量化分析，精准推荐匹配岗位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匹配算法（internal/logic/matchlogic.go + internal/logic/match/）：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学生画像（skills / softSkills / certificates / internship）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↓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与岗位要求逐维度比对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四维度加权评分：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① skills_match      — 技能覆盖率（含 required 技能权重）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② certs_match       — 证书匹配度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11 页 — 功能五：职业规划报告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从数据到报告，支持流式生成与 AI 润色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报告生成流程：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人岗匹配结果 + 学生画像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POST /api/v1/reports/generate（同步）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或 GET /api/v1/reports/generate-stream（SSE 流式）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构造 Prompt（StudentProfile + Options）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DeepSeek API stream=true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报告写入 career_reports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12 页 — 功能六：霍兰德职业倾向测试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科学自我认知的起点，RIASEC 模型量化职业兴趣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测试流程：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GET /api/v1/holland/questions（获取题目）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学生作答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POST /api/v1/holland/submit（提交答案）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后端计算 RIASEC 六维得分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生成职业代码（如 RIA、SEC）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→ 匹配推荐职业列表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13 页 — AI 技术深度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DeepSeek API 深度集成 + OpenAI 兼容接口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AIProvider 接口设计（common/pkg/ai_provider.go）：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type AIProvider interface {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GenerateJobProfile(ctx context.Context, prompt string) (string, error)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GenerateStudentProfile(ctx context.Context, resumeContent string) (string, error)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MatchAnalysis(ctx context.Context, studentProfile, jobProfile string) (string, error)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GenerateCareerReport(ctx context.Context, req ReportGenerationRequest) (string, error)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GenerateCareerReportStream(ctx context.Context, req ReportGenerationRequest) (&lt;-chan string, &lt;-chan error)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14 页 — 数据库设计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核心表覆盖完整业务链路（含面试模块扩展）：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users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↓ 1:1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students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↓ 1:N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career_reports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match_records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resume_parse_history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15 页 — 数据安全与质量保障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安全可信赖，质量有保障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安全机制：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层面：措施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密码存储：`golang.org/x/crypto/bcrypt` 哈希，不存明文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认证：JWT（golang-jwt/jwt v5），`Auth.AccessSecret + AccessExpire` 配置化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授权：中间件校验 JWT，`userId/role` 注入上下文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数据隔离：核心逻辑基于当前登录用户读取画像与报告，避免越权访问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跨域：服务启用 CORS（go-zero `rest.WithCors()`）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16 页 — 界面展示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现代化 React UI，流畅的用户体验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前端技术栈（high-school-worker-design-forend/package.json）：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层次：技术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框架：React 19 + TypeScript 5.9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构建：Vite 8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组件库：Ant Design 6 + antd-mobile 5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样式：Tailwind CSS 4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状态管理：Zustand 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17 页 — 技术亮点总结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核心创新点一览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#：亮点 / 描述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1：SSE 流式报告生成 / `GenerateCareerReportStream` + SSE 实时推送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2：OpenAI-Compatible AI 接口 / `AIProvider` 抽象，支持多模型供应商切换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3：四维度人岗匹配 / skills / certs / softSkills / experience 加权评分 + gap 分析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4：简历全链路解析 / PDF/DOCX 解析 → AI 结构化提取 → 画像落库 + 历史记录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5：霍兰德职业倾向测试 / RIASEC 测评 → 六维结果可视化 → 职业推荐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6：职业图谱系统 / promotion/transfer/related 路径查询 + 图形化展示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部署与运维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轻量部署，快速上手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服务启动（后端）：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go run /home/runner/work/Job-manner-review-system/Job-manner-review-system/career.go -f etc/career-api.yaml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一键脚本（仓库提供）：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`start-all-services.sh`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`stop-all-services.sh`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`restart-all-services.sh`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依赖服务：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18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19 页 — 总结与展望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项目价值回顾 + 未来扩展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项目价值：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对学生： AI 职业导师式陪伴，形成可执行、可追踪的成长路径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对学校： 标准化学生画像与就业辅导数据沉淀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对社会： 提升人才供需匹配效率，降低错配成本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技术成果：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REST API 覆盖用户、岗位、学生、匹配、报告、霍兰德、图谱、面试等模块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多个 AI 场景落地（岗位画像、简历解析、匹配分析、报告生成/流式/润色、路径分析）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19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4630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1945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9260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3891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1206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8521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467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77824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50976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024128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97280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704320" y="0"/>
            <a:ext cx="5080" cy="685800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7315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14630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21945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29260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365760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38912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512064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585216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6583680"/>
            <a:ext cx="12191695" cy="5080"/>
          </a:xfrm>
          <a:prstGeom prst="rect">
            <a:avLst/>
          </a:prstGeom>
          <a:solidFill>
            <a:srgbClr val="AAB4C3">
              <a:lumMod val="72000"/>
              <a:lumOff val="2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1480"/>
            <a:ext cx="98755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/>
            <a:r>
              <a:rPr sz="2800" b="1">
                <a:solidFill>
                  <a:srgbClr val="111827"/>
                </a:solidFill>
                <a:latin typeface="Microsoft YaHei"/>
              </a:rPr>
              <a:t>第 20 页 — 感谢页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1234440"/>
            <a:ext cx="2011680" cy="54864"/>
          </a:xfrm>
          <a:prstGeom prst="rect">
            <a:avLst/>
          </a:prstGeom>
          <a:solidFill>
            <a:srgbClr val="2F6F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1508760"/>
            <a:ext cx="100584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>
                <a:solidFill>
                  <a:srgbClr val="111827"/>
                </a:solidFill>
                <a:latin typeface="Microsoft YaHei"/>
              </a:rPr>
              <a:t>Thank You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111827"/>
                </a:solidFill>
                <a:latin typeface="Microsoft YaHei"/>
              </a:rPr>
              <a:t>CareerPlanner — 让每个学生的职业规划，都有 AI 同行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感谢各位评委与观众的聆听与指导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项目仓库：github.com/swordreforge/Job-manner-review-system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技术栈：Go · go-zero · DeepSeek API · React 19 · TypeScript · Ant Design · ECharts · MySQL · Redis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4B5563"/>
                </a:solidFill>
                <a:latin typeface="Microsoft YaHei"/>
              </a:rPr>
              <a:t>欢迎提问与交流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58400" y="320040"/>
            <a:ext cx="1737360" cy="640080"/>
          </a:xfrm>
          <a:prstGeom prst="roundRect">
            <a:avLst/>
          </a:prstGeom>
          <a:solidFill>
            <a:srgbClr val="E8F1FF"/>
          </a:solidFill>
          <a:ln w="19050">
            <a:solidFill>
              <a:srgbClr val="2F6F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F6FED"/>
                </a:solidFill>
                <a:latin typeface="Microsoft YaHei"/>
              </a:rPr>
              <a:t>GO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" y="6446520"/>
            <a:ext cx="11460175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4B5563"/>
                </a:solidFill>
                <a:latin typeface="Microsoft YaHei"/>
              </a:rPr>
              <a:t>队伍：我们叫什么名字    学校：浙江师范大学    赛道：A类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368735" y="6446520"/>
            <a:ext cx="4572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0">
                <a:solidFill>
                  <a:srgbClr val="4B5563"/>
                </a:solidFill>
                <a:latin typeface="Microsoft YaHei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