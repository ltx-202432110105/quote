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COVER / TECH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DOCKER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50" name="Picture 49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51" name="Picture 50" descr="my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pic>
        <p:nvPicPr>
          <p:cNvPr id="52" name="Picture 51" descr="red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2743200"/>
            <a:ext cx="731520" cy="731520"/>
          </a:xfrm>
          <a:prstGeom prst="rect">
            <a:avLst/>
          </a:prstGeom>
        </p:spPr>
      </p:pic>
      <p:pic>
        <p:nvPicPr>
          <p:cNvPr id="53" name="Picture 52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977639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5660" y="13385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13258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AGENDA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7280" y="164592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27632" y="179222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161848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2176272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27632" y="2322576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214884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06624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27632" y="2852928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2679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3236976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27632" y="3383280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11680" y="32095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7280" y="3767328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27632" y="3913632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373989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429768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27632" y="444398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427024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97280" y="4828031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27632" y="4974335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4800599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7280" y="5358383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27632" y="5504687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11680" y="5330951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总结与展望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rc 5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61" name="Picture 60" descr="my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62" name="Picture 61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rc 4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rc 46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Arc 56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数据安全与质量保障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rc 22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Arc 6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0"/>
            <a:ext cx="7452360" cy="6858000"/>
          </a:xfrm>
          <a:prstGeom prst="rect">
            <a:avLst/>
          </a:prstGeom>
        </p:spPr>
      </p:pic>
      <p:sp>
        <p:nvSpPr>
          <p:cNvPr id="3" name="Chevron 2"/>
          <p:cNvSpPr/>
          <p:nvPr/>
        </p:nvSpPr>
        <p:spPr>
          <a:xfrm>
            <a:off x="4434840" y="45720"/>
            <a:ext cx="2423160" cy="6720840"/>
          </a:xfrm>
          <a:prstGeom prst="chevron">
            <a:avLst/>
          </a:prstGeom>
          <a:solidFill>
            <a:srgbClr val="E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63440" y="0"/>
            <a:ext cx="7543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感谢页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422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2186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0916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CARD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GITHUB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rc 4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012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其余 2 项已整合到现场讲解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99248" y="0"/>
            <a:ext cx="452628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实现职业规划核心链路闭环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Q&amp;A / 感谢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期待专家指导与建议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