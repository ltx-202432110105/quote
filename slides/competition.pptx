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COVER / TECH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DOCKER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Arc 4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50" name="Picture 49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51" name="Picture 50" descr="my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pic>
        <p:nvPicPr>
          <p:cNvPr id="52" name="Picture 51" descr="red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0" y="2743200"/>
            <a:ext cx="731520" cy="731520"/>
          </a:xfrm>
          <a:prstGeom prst="rect">
            <a:avLst/>
          </a:prstGeom>
        </p:spPr>
      </p:pic>
      <p:pic>
        <p:nvPicPr>
          <p:cNvPr id="53" name="Picture 52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977639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5660" y="13385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1325880"/>
            <a:ext cx="7726679" cy="4846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AGENDA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rc 38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97280" y="164592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27632" y="179222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11680" y="161848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2176272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27632" y="2322576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11680" y="2148840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2706624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27632" y="2852928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11680" y="2679192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97280" y="3236976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27632" y="3383280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11680" y="3209544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7280" y="3767328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27632" y="3913632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11680" y="3739896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97280" y="4297680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627632" y="4443984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11680" y="4270248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97280" y="4828031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27632" y="4974335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4800599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7280" y="5358383"/>
            <a:ext cx="438912" cy="292608"/>
          </a:xfrm>
          <a:prstGeom prst="roundRect">
            <a:avLst/>
          </a:prstGeom>
          <a:solidFill>
            <a:srgbClr val="E9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F6FED"/>
                </a:solidFill>
                <a:latin typeface="Microsoft YaHei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27632" y="5504687"/>
            <a:ext cx="292608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11680" y="5330951"/>
            <a:ext cx="6126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总结与展望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rc 57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pic>
        <p:nvPicPr>
          <p:cNvPr id="60" name="Picture 59" descr="my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1783080"/>
            <a:ext cx="731520" cy="731520"/>
          </a:xfrm>
          <a:prstGeom prst="rect">
            <a:avLst/>
          </a:prstGeom>
        </p:spPr>
      </p:pic>
      <p:pic>
        <p:nvPicPr>
          <p:cNvPr id="61" name="Picture 60" descr="red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743200"/>
            <a:ext cx="731520" cy="73152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rc 4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核心架构亮点 SSE 流式报告生成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功能一 岗位画像构建（AI 驱动）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功能二 职业图谱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功能三 学生画像构建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rc 46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功能四 人岗匹配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Arc 54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功能五 职业规划报告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Arc 55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AI 技术深度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数据安全与质量保障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Arc 6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1837944"/>
            <a:ext cx="7397495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CODE PANEL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rc 42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1380" y="14300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1417320"/>
            <a:ext cx="7726679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" y="1508760"/>
            <a:ext cx="7507223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1545336"/>
            <a:ext cx="240231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023" y="1545336"/>
            <a:ext cx="4867167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194767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023" y="194767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478024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984" y="2514600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23" y="2514600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4" y="3044952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4984" y="3081528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23" y="3081528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4984" y="3611880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" y="3648456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7023" y="3648456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" y="4178808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" y="4215384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7023" y="4215384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" y="4745736"/>
            <a:ext cx="7434071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" y="4782312"/>
            <a:ext cx="240231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27023" y="4782312"/>
            <a:ext cx="4867167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DATA PANEL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Arc 6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感谢页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422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21860" y="13385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09160" y="1325880"/>
            <a:ext cx="388620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CARD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GITHUB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783080"/>
            <a:ext cx="731520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96012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1572768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11827"/>
                </a:solidFill>
                <a:latin typeface="Microsoft YaHei"/>
              </a:rPr>
              <a:t>• 其余 2 项已整合到现场讲解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总结与展望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实现职业规划核心链路闭环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ch-bg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26480" y="182880"/>
            <a:ext cx="5852160" cy="640080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965960"/>
            <a:ext cx="146304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65792" y="1965960"/>
            <a:ext cx="9144" cy="1097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65792" y="3054096"/>
            <a:ext cx="109728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1417320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201400" y="1746504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01400" y="2075688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201400" y="2404872"/>
            <a:ext cx="457200" cy="9144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CHAPTER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1380" y="22529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2240280"/>
            <a:ext cx="7726679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SECTION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331720"/>
            <a:ext cx="1874519" cy="1874519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265176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2600" y="297180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2600" y="329184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3611880"/>
            <a:ext cx="150876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548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52760" y="2514600"/>
            <a:ext cx="9144" cy="141732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4389120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GO + GIN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62272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4700016"/>
            <a:ext cx="2103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MYSQL + REDIS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520" y="4773168"/>
            <a:ext cx="114300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2560320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Q&amp;A / 感谢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期待专家指导与建议</a:t>
            </a:r>
          </a:p>
        </p:txBody>
      </p:sp>
      <p:sp>
        <p:nvSpPr>
          <p:cNvPr id="47" name="Arc 46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