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1380" y="1109980"/>
            <a:ext cx="10424160" cy="480060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097280"/>
            <a:ext cx="1042416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2300" y="1841500"/>
            <a:ext cx="2697480" cy="256032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2697480" cy="2560320"/>
          </a:xfrm>
          <a:prstGeom prst="roundRect">
            <a:avLst/>
          </a:prstGeom>
          <a:solidFill>
            <a:srgbClr val="FBFC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pic>
        <p:nvPicPr>
          <p:cNvPr id="14" name="Picture 13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886200"/>
            <a:ext cx="2011680" cy="17784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78638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78638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项目名称： CareerPlanner — 基于 AI 的职业规划智能系统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一句话定位： 用 AI 连接学生能力与岗位要求，让每个学生都有专属的数据驱动型职业导师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关键技术 logo： Go · go-zero · DeepSeek API · React 19 · MySQL · Redis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6660" y="1338580"/>
            <a:ext cx="26060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06040" cy="489204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技术插图区</a:t>
            </a:r>
          </a:p>
        </p:txBody>
      </p:sp>
      <p:pic>
        <p:nvPicPr>
          <p:cNvPr id="14" name="Picture 13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78638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78638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Why：为什么做这个系统？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结论： 学生需要一个 智能化、个性化、可量化 的职业规划系统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6660" y="1338580"/>
            <a:ext cx="26060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06040" cy="489204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技术插图区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78638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78638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 us：现有方案为何不够？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CareerPlanner 差异化：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6660" y="1338580"/>
            <a:ext cx="26060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06040" cy="489204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技术插图区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方案类型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代表产品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传统职业咨询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学校就业中心、付费生涯规划师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招聘平台简历评估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Boss直聘、智联招聘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通用 AI 对话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ChatGPT、DeepSeek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单一测评工具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各类霍兰德测试网站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What：我们做了什么？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七大核心能力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面向学生：自我测评 → 简历解析 → 岗位匹配 → 图谱探索 → 报告生成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面向管理员：岗位数据管理 → AI 画像批量生成 → 图谱构建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完整用户旅程：自我认知 → 能力评估 → 职业探索 → 智能匹配 → 规划报告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430020"/>
            <a:ext cx="10698480" cy="470916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17320"/>
            <a:ext cx="10698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How：系统怎么搭建的？</a:t>
            </a:r>
          </a:p>
        </p:txBody>
      </p:sp>
      <p:sp>
        <p:nvSpPr>
          <p:cNvPr id="13" name="Chevron 12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两服务解耦：前端专注交互，后端专注业务 + AI 调度，AI 能力通过 OpenAI 兼容接口调用 DeepSeek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React 19 + TypeScript + Vite 8        │  ← 前端（:5173）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Ant Design · ECharts · Zustand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学生端 / 管理端               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└──────────────┬──────────────────────────┘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        │ HTTP / SSE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┌──────────────▼──────────────────────────┐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   Go + go-zero (v1.6.4)              │  ← 后端（:8088）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REST API · JWT 认证 · SSE 推送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MySQL 8.0（数据持久化）                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691640"/>
            <a:ext cx="1371600" cy="548640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93268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LLM 调用耗时长，流式架构保障用户体验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用户点击“生成报告”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/api/v1/reports/generate（同步生成）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Go Handler 构造 Prompt（学生画像 + 选项）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调用 DeepSeek API（stream=true）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bufio.Reader 逐行读取 SSE data: 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实时向前端 SSE 推送 event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前端 fetchSSE 解析 data: 行并增量展示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430020"/>
            <a:ext cx="10698480" cy="470916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17320"/>
            <a:ext cx="10698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将岗位名称转化为结构化能力模型</a:t>
            </a:r>
          </a:p>
        </p:txBody>
      </p:sp>
      <p:sp>
        <p:nvSpPr>
          <p:cNvPr id="13" name="Chevron 12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API： POST /api/v1/jobs/generate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流程：</a:t>
            </a:r>
          </a:p>
        </p:txBody>
      </p:sp>
      <p:sp>
        <p:nvSpPr>
          <p:cNvPr id="19" name="Chevron 18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画像数据模型（jobs 字段示意）：</a:t>
            </a:r>
          </a:p>
        </p:txBody>
      </p:sp>
      <p:sp>
        <p:nvSpPr>
          <p:cNvPr id="22" name="Chevron 21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配套接口：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可视化展示职业晋升路径与横向转型可能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数据表： job_promotion_paths（from_job_id, to_job_id, match_score, transfer_skills, learning_path）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API 模块（internal/handler/graph/）：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前端可视化： 使用 ECharts Graph 渲染岗位关系图，节点为岗位，边权重为 match_score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价值： 让学生看清“我现在在哪、能去哪、怎么去”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78638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78638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多渠道录入 + AI 能力拆解，精准描述学生竞争力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两种录入方式：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画像维度（students 表）：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解析历史： GET /api/v1/students/resume/history — 记录每次简历上传解析结果，支持回溯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6660" y="1338580"/>
            <a:ext cx="26060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06040" cy="489204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技术插图区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78638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78638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四维度量化分析，精准推荐匹配岗位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匹配算法（internal/logic/matchlogic.go + internal/logic/match/）：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API 模块：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前端展示： ECharts 雷达图展示多维度得分，差距分析列表展示提升建议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6660" y="1338580"/>
            <a:ext cx="26060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06040" cy="489204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技术插图区</a:t>
            </a:r>
          </a:p>
        </p:txBody>
      </p:sp>
      <p:pic>
        <p:nvPicPr>
          <p:cNvPr id="14" name="Picture 13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说明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匹配单个岗位，返回四维度分 + gap 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/api/v1/match/jobs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批量匹配（分页 + minScore + industry 过滤）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/api/v1/match/:studentId/recommend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获取推荐岗位列表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/api/v1/match/:studentId/:jobId/score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查询历史匹配分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④ experience_match  — 基于完整度/竞争力等经验指标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430020"/>
            <a:ext cx="10698480" cy="470916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17320"/>
            <a:ext cx="10698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从数据到报告，支持流式生成与 AI 润色</a:t>
            </a:r>
          </a:p>
        </p:txBody>
      </p:sp>
      <p:sp>
        <p:nvSpPr>
          <p:cNvPr id="13" name="Chevron 12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报告生成流程：</a:t>
            </a:r>
          </a:p>
        </p:txBody>
      </p:sp>
      <p:sp>
        <p:nvSpPr>
          <p:cNvPr id="16" name="Chevron 15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报告数据模型（career_reports 主要字段）：</a:t>
            </a:r>
          </a:p>
        </p:txBody>
      </p:sp>
      <p:sp>
        <p:nvSpPr>
          <p:cNvPr id="19" name="Chevron 18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完整性检查： GET /api/v1/reports/:id/completeness — 检测报告完整度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/api/v1/reports/export（导出）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430020"/>
            <a:ext cx="10698480" cy="470916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17320"/>
            <a:ext cx="10698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科学自我认知的起点，RIASEC 模型量化职业兴趣</a:t>
            </a:r>
          </a:p>
        </p:txBody>
      </p:sp>
      <p:sp>
        <p:nvSpPr>
          <p:cNvPr id="13" name="Chevron 12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测试流程：</a:t>
            </a:r>
          </a:p>
        </p:txBody>
      </p:sp>
      <p:sp>
        <p:nvSpPr>
          <p:cNvPr id="16" name="Chevron 15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数据模型（holland_test_results 表）：</a:t>
            </a:r>
          </a:p>
        </p:txBody>
      </p:sp>
      <p:sp>
        <p:nvSpPr>
          <p:cNvPr id="19" name="Chevron 18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前端： ECharts 雷达图可视化六维度得分；GET /api/v1/holland/history 查看历史记录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GET /api/v1/holland/questions（获取题目）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学生作答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/api/v1/holland/submit（提交答案）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后端计算 RIASEC 六维得分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生成职业代码（如 RIA、SEC）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匹配推荐职业列表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写入 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返回雷达图数据 + 职业推荐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DeepSeek API 深度集成 + OpenAI 兼容接口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AIProvider 接口设计（common/pkg/ai_provider.go）：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Prompt 工程：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可配置性（internal/config/config.go）：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支持切换任意 OpenAI-compatible 供应商（DeepSeek / OpenAI / Qwen 等）</a:t>
            </a:r>
          </a:p>
        </p:txBody>
      </p:sp>
      <p:pic>
        <p:nvPicPr>
          <p:cNvPr id="15" name="Picture 14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核心表覆盖完整业务链路（含面试模块扩展）：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数据质量保障：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UNIQUE 约束（username）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JSON/TEXT 字段入库前进行结构化解析与校验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服务启动时 career.go 内置自动建表/结构同步（autoMigrate）</a:t>
            </a:r>
          </a:p>
        </p:txBody>
      </p:sp>
      <p:pic>
        <p:nvPicPr>
          <p:cNvPr id="15" name="Picture 14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users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students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match_records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resume_parse_history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jobs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安全可信赖，质量有保障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安全机制：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质量保障：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 输出要求结构化 JSON，解析失败有兜底处理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单元测试覆盖：internal/handler/user/handler_validation_test.go、internal/middleware/*test.go、internal/model/*_test.go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简历解析历史持久化，便于回溯与问题定位</a:t>
            </a:r>
          </a:p>
        </p:txBody>
      </p:sp>
      <p:pic>
        <p:nvPicPr>
          <p:cNvPr id="15" name="Picture 14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界面展示（1/2）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现代化 React UI，流畅的用户体验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前端技术栈（high-school-worker-design-forend/package.json）：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关键页面（src/pages/）：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Auth/ — 登录 / 注册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Home/ — 首页/入口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Profile/ — 学生画像详情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Resume/ — 简历上传与 AI 解析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Holland/ — 霍兰德测试 / 结果 / 历史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界面展示（2/2）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78638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78638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Plan/ — 职业规划报告（流式生成）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Interview/ — 模拟面试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Student/ — 学生信息管理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Jobs/ — 岗位与职业路径图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6660" y="1338580"/>
            <a:ext cx="26060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06040" cy="489204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技术插图区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691640"/>
            <a:ext cx="1371600" cy="548640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93268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核心创新点一览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SSE 流式报告生成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OpenAI-Compatible AI 接口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四维度人岗匹配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简历全链路解析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霍兰德职业倾向测试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职业图谱系统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部署与运维（1/2）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轻量部署，快速上手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服务启动（后端）：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一键脚本（仓库提供）：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start-all-services.sh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stop-all-services.sh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restart-all-services.sh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依赖服务：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环境配置（示意）：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部署与运维（2/2）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运维友好：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配置集中化（YAML + 环境变量）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go-zero 日志体系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健康检查：GET /api/v1/health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内置数据库自动建表与结构同步（career.go:autoMigrate）</a:t>
            </a:r>
          </a:p>
        </p:txBody>
      </p:sp>
      <p:pic>
        <p:nvPicPr>
          <p:cNvPr id="15" name="Picture 14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总结与展望（1/2）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项目价值回顾 + 未来扩展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对学生： AI 职业导师式陪伴，形成可执行、可追踪的成长路径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对学校： 标准化学生画像与就业辅导数据沉淀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对社会： 提升人才供需匹配效率，降低错配成本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技术成果：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REST API 覆盖用户、岗位、学生、匹配、报告、霍兰德、图谱、面试等模块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多个 AI 场景落地（岗位画像、简历解析、匹配分析、报告生成/流式/润色、路径分析）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总结与展望（2/2）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430020"/>
            <a:ext cx="10698480" cy="470916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417320"/>
            <a:ext cx="10698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SSE 流式架构用于长耗时生成任务</a:t>
            </a:r>
          </a:p>
        </p:txBody>
      </p:sp>
      <p:sp>
        <p:nvSpPr>
          <p:cNvPr id="13" name="Chevron 12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单元测试覆盖 handler/middleware/model 关键层</a:t>
            </a:r>
          </a:p>
        </p:txBody>
      </p:sp>
      <p:sp>
        <p:nvSpPr>
          <p:cNvPr id="16" name="Chevron 15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当前完成度（参考 docs/项目优势分析.md）：</a:t>
            </a:r>
          </a:p>
        </p:txBody>
      </p:sp>
      <p:sp>
        <p:nvSpPr>
          <p:cNvPr id="19" name="Chevron 18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未来展望：</a:t>
            </a:r>
          </a:p>
        </p:txBody>
      </p:sp>
      <p:sp>
        <p:nvSpPr>
          <p:cNvPr id="22" name="Chevron 21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接入实时岗位数据源，扩充岗位知识库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380" y="1430020"/>
            <a:ext cx="10424160" cy="46634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10424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20 页 — 感谢页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422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3460" y="1338580"/>
            <a:ext cx="5349240" cy="4892040"/>
          </a:xfrm>
          <a:prstGeom prst="round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325880"/>
            <a:ext cx="53492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4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技术栈：Go · go-zero · DeepSeek API · React 19 · TypeScript · Ant Design · ECharts · MySQL · Redis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欢迎提问与交流</a:t>
            </a:r>
          </a:p>
        </p:txBody>
      </p:sp>
      <p:pic>
        <p:nvPicPr>
          <p:cNvPr id="15" name="Picture 14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25880"/>
            <a:ext cx="1920240" cy="16976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